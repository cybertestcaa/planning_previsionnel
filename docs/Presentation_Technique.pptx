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YBERTESTCAA/PLANNING_PREVISIONNE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Suivi de Chantiers — Architecture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FDBFE"/>
                </a:solidFill>
                <a:latin typeface="Calibri"/>
              </a:rPr>
              <a:t>Comment l'application est construite, déployée et maintenue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114800"/>
            <a:ext cx="3657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3C5FD"/>
                </a:solidFill>
                <a:latin typeface="Calibri"/>
              </a:rPr>
              <a:t>Projet SUIVI DE CHANTIERS  •  CAA Guadeloupe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Vue d'ensemble de l'application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C'est quoi ces outils ? (GitHub, Docker, Windsurf, Nginx…)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Stack technique (Frontend + Backend)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Architecture du code source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Base de données (Prisma + SQLite)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Liste complète des dépendances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•  Infrastructure : </a:t>
            </a:r>
            <a:r>
              <a:rPr sz="1600">
                <a:solidFill>
                  <a:srgbClr val="1F1F1F"/>
                </a:solidFill>
                <a:latin typeface="Calibri"/>
              </a:rPr>
              <a:t>VM Debian + Docker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•  Déploiement : </a:t>
            </a:r>
            <a:r>
              <a:rPr sz="1600">
                <a:solidFill>
                  <a:srgbClr val="1F1F1F"/>
                </a:solidFill>
                <a:latin typeface="Calibri"/>
              </a:rPr>
              <a:t>GitHub → Docker Compose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•  GitHub + Windsurf + Docker : </a:t>
            </a:r>
            <a:r>
              <a:rPr sz="1600">
                <a:solidFill>
                  <a:srgbClr val="1F1F1F"/>
                </a:solidFill>
                <a:latin typeface="Calibri"/>
              </a:rPr>
              <a:t>comment ça s'articule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Mettre à jour l'application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Exporter un chat Windsurf pour travailler en local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Qu'est-ce que l'application fait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Vue d'ensemble de l'application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Application web de planification et suivi de chantiers pour CAA Guadeloupe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Planification quotidienne : </a:t>
            </a:r>
            <a:r>
              <a:rPr sz="1300">
                <a:solidFill>
                  <a:srgbClr val="1F1F1F"/>
                </a:solidFill>
                <a:latin typeface="Calibri"/>
              </a:rPr>
              <a:t>affecter des employés sur des chantiers (AM / PM / Journée)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Vue Gantt : </a:t>
            </a:r>
            <a:r>
              <a:rPr sz="1300">
                <a:solidFill>
                  <a:srgbClr val="1F1F1F"/>
                </a:solidFill>
                <a:latin typeface="Calibri"/>
              </a:rPr>
              <a:t>timeline des chantiers avec dates contractuelles / prévisionnelles / réelles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Dashboard chantier : </a:t>
            </a:r>
            <a:r>
              <a:rPr sz="1300">
                <a:solidFill>
                  <a:srgbClr val="1F1F1F"/>
                </a:solidFill>
                <a:latin typeface="Calibri"/>
              </a:rPr>
              <a:t>pilotage par projet avec suivi des intervenants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Calendrier personnel : </a:t>
            </a:r>
            <a:r>
              <a:rPr sz="1300">
                <a:solidFill>
                  <a:srgbClr val="1F1F1F"/>
                </a:solidFill>
                <a:latin typeface="Calibri"/>
              </a:rPr>
              <a:t>historique individuel d'un employé (absences, affectations)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Liste de plans : </a:t>
            </a:r>
            <a:r>
              <a:rPr sz="1300">
                <a:solidFill>
                  <a:srgbClr val="1F1F1F"/>
                </a:solidFill>
                <a:latin typeface="Calibri"/>
              </a:rPr>
              <a:t>gestion des plans liés aux OF et articles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Questions : </a:t>
            </a:r>
            <a:r>
              <a:rPr sz="1300">
                <a:solidFill>
                  <a:srgbClr val="1F1F1F"/>
                </a:solidFill>
                <a:latin typeface="Calibri"/>
              </a:rPr>
              <a:t>suivi des questions avec pièces jointes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Création d'OF : </a:t>
            </a:r>
            <a:r>
              <a:rPr sz="1300">
                <a:solidFill>
                  <a:srgbClr val="1F1F1F"/>
                </a:solidFill>
                <a:latin typeface="Calibri"/>
              </a:rPr>
              <a:t>partitionnement visuel des articles en ordres de fabrication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Administration : </a:t>
            </a:r>
            <a:r>
              <a:rPr sz="1300">
                <a:solidFill>
                  <a:srgbClr val="1F1F1F"/>
                </a:solidFill>
                <a:latin typeface="Calibri"/>
              </a:rPr>
              <a:t>filiales, ateliers, équipes, personnel, chantiers, OF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Synchronisation Fabric : </a:t>
            </a:r>
            <a:r>
              <a:rPr sz="1300">
                <a:solidFill>
                  <a:srgbClr val="1F1F1F"/>
                </a:solidFill>
                <a:latin typeface="Calibri"/>
              </a:rPr>
              <a:t>import automatique depuis le Data Warehouse Microsoft Fabric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C'est quoi ces outils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Explication simple de chaque technologie utilisée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GitHub — Le coffre-fort du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À quoi ça sert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En une phrase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GitHub est un site web qui stocke le code source du projet en ligne, avec tout l'historique des modifications.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2570"/>
            <a:ext cx="1051560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Versioning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chaque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modification (commit) est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enregistrée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— on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peut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revenir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arrière à tout moment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Collaboration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plusieurs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personnes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peuvent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travailler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sur le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même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code sans se marcher dessus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Sauvegarde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même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si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ton PC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tombe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panne, le code est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sécurité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sur GitHub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Déploiement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la VM de production tire le code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depuis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GitHub pour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mettre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à jour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l'application</a:t>
            </a:r>
            <a:endParaRPr sz="130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Visibilité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on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voit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qui a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modifié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quoi,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quand</a:t>
            </a:r>
            <a:r>
              <a:rPr sz="1300" dirty="0">
                <a:solidFill>
                  <a:srgbClr val="1F1F1F"/>
                </a:solidFill>
                <a:latin typeface="Calibri"/>
              </a:rPr>
              <a:t>, et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pourquoi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(message du commit)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Dans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notre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projet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le repo est https://github.com/CYBERTESTCAA/PLANNING_PREVISIONNEL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Workflow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tu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modifies le code → git add . → git commit → git push →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c'est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sur GitHub !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DB4526E-7BCB-5FDC-8E91-C665C8806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794" y="4079935"/>
            <a:ext cx="4990606" cy="259957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52109DF2-AF40-A243-B683-A231FB50314A}"/>
              </a:ext>
            </a:extLst>
          </p:cNvPr>
          <p:cNvSpPr txBox="1"/>
          <p:nvPr/>
        </p:nvSpPr>
        <p:spPr>
          <a:xfrm>
            <a:off x="654050" y="4939784"/>
            <a:ext cx="60508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linkClick r:id="rId3"/>
              </a:rPr>
              <a:t>https://github.com/CYBERTESTCAA/PLANNING_PREVISIONNEL</a:t>
            </a:r>
            <a:endParaRPr lang="fr-FR" dirty="0"/>
          </a:p>
          <a:p>
            <a:endParaRPr lang="fr-FR" dirty="0"/>
          </a:p>
          <a:p>
            <a:r>
              <a:rPr lang="fr-FR" dirty="0"/>
              <a:t>Codes dans </a:t>
            </a:r>
            <a:r>
              <a:rPr lang="fr-FR" dirty="0" err="1"/>
              <a:t>lockself</a:t>
            </a:r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Docker — L'emballage universel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À quoi ça sert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73152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En une phrase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Docker « emballe » l'application + toutes ses dépendances dans un conteneur — ça marche pareil partout.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Problème résolu : </a:t>
            </a:r>
            <a:r>
              <a:rPr sz="1300">
                <a:solidFill>
                  <a:srgbClr val="1F1F1F"/>
                </a:solidFill>
                <a:latin typeface="Calibri"/>
              </a:rPr>
              <a:t>« ça marche sur mon PC mais pas sur le serveur » → Docker élimine ce problème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Conteneur : </a:t>
            </a:r>
            <a:r>
              <a:rPr sz="1300">
                <a:solidFill>
                  <a:srgbClr val="1F1F1F"/>
                </a:solidFill>
                <a:latin typeface="Calibri"/>
              </a:rPr>
              <a:t>c'est comme une mini-machine virtuelle ultra-légère qui contient juste ce qu'il faut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Image : </a:t>
            </a:r>
            <a:r>
              <a:rPr sz="1300">
                <a:solidFill>
                  <a:srgbClr val="1F1F1F"/>
                </a:solidFill>
                <a:latin typeface="Calibri"/>
              </a:rPr>
              <a:t>la recette pour créer un conteneur (définie dans le Dockerfile)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Docker Compose : </a:t>
            </a:r>
            <a:r>
              <a:rPr sz="1300">
                <a:solidFill>
                  <a:srgbClr val="1F1F1F"/>
                </a:solidFill>
                <a:latin typeface="Calibri"/>
              </a:rPr>
              <a:t>orchestrer plusieurs conteneurs ensemble (ex: frontend + backend)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Isolation : </a:t>
            </a:r>
            <a:r>
              <a:rPr sz="1300">
                <a:solidFill>
                  <a:srgbClr val="1F1F1F"/>
                </a:solidFill>
                <a:latin typeface="Calibri"/>
              </a:rPr>
              <a:t>chaque conteneur est indépendant, ils ne se perturbent pas entre eux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Dans notre projet : </a:t>
            </a:r>
            <a:r>
              <a:rPr sz="1300">
                <a:solidFill>
                  <a:srgbClr val="1F1F1F"/>
                </a:solidFill>
                <a:latin typeface="Calibri"/>
              </a:rPr>
              <a:t>2 conteneurs Docker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  - planning-web : </a:t>
            </a:r>
            <a:r>
              <a:rPr sz="1300">
                <a:solidFill>
                  <a:srgbClr val="1F1F1F"/>
                </a:solidFill>
                <a:latin typeface="Calibri"/>
              </a:rPr>
              <a:t>le site web (React compilé + Nginx qui le sert)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  - planning-api : </a:t>
            </a:r>
            <a:r>
              <a:rPr sz="1300">
                <a:solidFill>
                  <a:srgbClr val="1F1F1F"/>
                </a:solidFill>
                <a:latin typeface="Calibri"/>
              </a:rPr>
              <a:t>le serveur API (Node.js + Fastify + base de données SQLite)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Windsurf — L'IDE intelligent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À quoi ça sert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73152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En une phrase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Windsurf est un éditeur de code (comme VS Code) avec une IA intégrée (Cascade) qui aide à écrire du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IDE : </a:t>
            </a:r>
            <a:r>
              <a:rPr sz="1300">
                <a:solidFill>
                  <a:srgbClr val="1F1F1F"/>
                </a:solidFill>
                <a:latin typeface="Calibri"/>
              </a:rPr>
              <a:t>Integrated Development Environment — c'est l'outil où on écrit et modifie le code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Cascade : </a:t>
            </a:r>
            <a:r>
              <a:rPr sz="1300">
                <a:solidFill>
                  <a:srgbClr val="1F1F1F"/>
                </a:solidFill>
                <a:latin typeface="Calibri"/>
              </a:rPr>
              <a:t>l'assistant IA intégré à Windsurf qui peut écrire, corriger et expliquer du code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Avantage : </a:t>
            </a:r>
            <a:r>
              <a:rPr sz="1300">
                <a:solidFill>
                  <a:srgbClr val="1F1F1F"/>
                </a:solidFill>
                <a:latin typeface="Calibri"/>
              </a:rPr>
              <a:t>on décrit ce qu'on veut en français, Cascade propose le code et l'applique directement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Chat exportable : </a:t>
            </a:r>
            <a:r>
              <a:rPr sz="1300">
                <a:solidFill>
                  <a:srgbClr val="1F1F1F"/>
                </a:solidFill>
                <a:latin typeface="Calibri"/>
              </a:rPr>
              <a:t>on peut exporter l'historique de conversation pour qu'un autre développeur comprenne le contexte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Dans notre projet : </a:t>
            </a:r>
            <a:r>
              <a:rPr sz="1300">
                <a:solidFill>
                  <a:srgbClr val="1F1F1F"/>
                </a:solidFill>
                <a:latin typeface="Calibri"/>
              </a:rPr>
              <a:t>l'application a été développée principalement via Windsurf + Cascade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Alternativement : </a:t>
            </a:r>
            <a:r>
              <a:rPr sz="1300">
                <a:solidFill>
                  <a:srgbClr val="1F1F1F"/>
                </a:solidFill>
                <a:latin typeface="Calibri"/>
              </a:rPr>
              <a:t>on peut aussi utiliser VS Code (gratuit, sans IA intégrée) ou tout autre éditeur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mRemoteNG + SSH — Accès à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À quoi ça sert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En une phrase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SSH permet de se connecter à un serveur distant en ligne de commande. mRemoteNG est un client qui facilite ça.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5156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SSH (Secure Shell)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protocole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pour se connecter de façon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sécurisée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à un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serveur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Linux distant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mRemoteNG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logiciel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Windows qui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gère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connexions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SSH (+ RDP, VNC…) dans des onglets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Pourquoi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la VM Debian (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serveur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de production)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n'a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pas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d'écran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— on y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accède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uniquement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via SSH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Ce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qu'on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fait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SSH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lancer des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commandes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Docker, voir les logs, faire des mises à jour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manuelles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Exemple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ssh utilisateur@192.168.13.51 → on est sur la VM → docker compose logs -f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api</a:t>
            </a:r>
            <a:endParaRPr sz="1300" dirty="0">
              <a:solidFill>
                <a:srgbClr val="1F1F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Nginx — Le portier de l'application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À quoi ça sert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En une phrase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Nginx est un serveur web qui sert les pages du site et redirige les appels API vers le backend.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51560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Serveur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web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quand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un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navigateur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demande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la page,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c'est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Nginx qui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lui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envoie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fichiers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HTML/CSS/JS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Proxy reverse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quand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navigateur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appelle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/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api</a:t>
            </a:r>
            <a:r>
              <a:rPr sz="1300" dirty="0">
                <a:solidFill>
                  <a:srgbClr val="1F1F1F"/>
                </a:solidFill>
                <a:latin typeface="Calibri"/>
              </a:rPr>
              <a:t>/…, Nginx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redirige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vers le backend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Fastify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(port 3001)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HTTPS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Nginx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gère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certificat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TLS pour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que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la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connexion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soit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chiffrée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(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cadenas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vert)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Sécurité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Nginx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ajoute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les headers de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sécurité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(CSP, HSTS, X-Frame-Options…)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Cache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les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fichiers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statiques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(JS/CSS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compilés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)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sont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mis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cache 1 an pour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accélérer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chargement</a:t>
            </a:r>
            <a:endParaRPr sz="130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Dans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notre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projet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Nginx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tourne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dans le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conteneur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Docker « planning-web »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Config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docker/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nginx.conf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(proxy, TLS, headers de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sécurité</a:t>
            </a:r>
            <a:r>
              <a:rPr sz="1300" dirty="0">
                <a:solidFill>
                  <a:srgbClr val="1F1F1F"/>
                </a:solidFill>
                <a:latin typeface="Calibri"/>
              </a:rPr>
              <a:t>, cache)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Node.js + Fastify — Le moteur du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À quoi ça sert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0352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Node.js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quoi : un runtime 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côté serveur (pas dans le navigateur).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9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Pourquoi : permet d'utiliser le même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815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langage (TypeScript/JS) pour 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frontend ET le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93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849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Version : Node.js 20 (LTS)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530352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73152" cy="411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Fastify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quoi : un framework web pour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13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Node.js, comme Express mais plus rapide.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69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825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Il fait quoi : il écoute les requêtes HTTP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815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(GET /plans, POST /questions, etc.)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et renvoie les données en JSON.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93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849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Routes : 20 fichiers dans api/src/routes/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1056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Chaque fichier = un module (plans, questions…)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React + Vite + TailwindCSS — Le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À quoi ça sert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356616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quoi : une bibliothèque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JavaScript pour construire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des interfaces utilisateur.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Principe : on écrit 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« composants » réutilisables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(boutons, modales, grilles…)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9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qui se mettent à jour tout seuls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056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quand les données changent.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554480"/>
            <a:ext cx="356616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0" y="1554480"/>
            <a:ext cx="73152" cy="411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Vite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quoi : un outil de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ultra-rapide pour le dev web.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En dev : recharge la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instantanément quand 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modifie le code (Hot Reload).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5935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3849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En prod : compile tout 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1056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code en fichiers optimisés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361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(HTML/JS/CSS minifiés).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1554480"/>
            <a:ext cx="356616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955279" y="1554480"/>
            <a:ext cx="73152" cy="4114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599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TailwindCSS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quoi : un framework CSS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utility-first.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599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Au lieu d'écrire du CSS dans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des fichiers séparés, on met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9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des classes directement dans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35935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le HTML : class="bg-blue-500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9" y="3849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text-white p-4 rounded-lg"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9" y="41056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599" y="4361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Résultat : développement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9" y="4617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beaucoup plus rapide.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Prisma + SQLite — La base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À quoi ça sert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0352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quoi : une base de données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simple, stockée dans UN SEUL fichier.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9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Avantage : pas besoin d'installer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815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un serveur de base de données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(comme MySQL ou PostgreSQL).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93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849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Fichier : planning.sqlite dans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056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le volume Docker api-data.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616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Limite : 1 seul serveur (pas 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réplication), mais largement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97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suffisant pour notre usage.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554480"/>
            <a:ext cx="530352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554480"/>
            <a:ext cx="73152" cy="411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Prisma (ORM)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quoi : un outil qui fait 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313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lien entre le code TypeScript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569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et la base de données SQLite.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825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30815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Au lieu d'écrire du SQL 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SELECT * FROM plans WHERE 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93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On écrit en TypeScript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849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prisma.plan.findMany({ where: ... })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1056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3616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Schema : api/prisma/schema.prisma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617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définit toutes les tables et relations.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8737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51297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Prisma Studio : interface graphique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3858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pour explorer la base (prisma studio).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TypeScript — Du JavaScript mais en mieux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À quoi ça sert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En une phrase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TypeScript = JavaScript + typage. On déclare les types (string, number, etc.) → les erreurs sont détectées avant l'exécution.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515600" cy="15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JavaScript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le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langage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du web (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navigateur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). Tous les sites web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modernes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utilisent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du JavaScript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Problème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du JS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pas de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vérification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de type → on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découvre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les bugs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production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TypeScript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ajoute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un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système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de types →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l'éditeur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détecte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erreurs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pendant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qu'on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code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Compilation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TypeScript est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compilé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JavaScript avant d'être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exécuté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(le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navigateur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ne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comprend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pas TS)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Dans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notre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projet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TOUT le code est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TypeScript (frontend + backend)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Fichier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tsconfig.json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configure les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règles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de compilation TypeScript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Azure AD + Fabric — L'écosystème 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À quoi ça sert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356616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Azure AD (Entra 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quoi : le système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d'authentification Microsoft.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Les utilisateurs se connectent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avec leur compte Microsoft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professionnel (@caa...).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849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MSAL : la librairie côté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056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qui gère la connexion (popup,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61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tokens JWT, etc.).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554480"/>
            <a:ext cx="356616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0" y="1554480"/>
            <a:ext cx="73152" cy="4114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Microsoft Fabric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C'est quoi : la plateforme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de données Microsoft (Data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Warehouse + Analytics).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Dans notre projet : c'est 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source de vérité pour 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5935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filiales, ateliers, employés,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849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chantiers, OF, articles, etc.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1056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9120" y="4361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Sync : toutes les heures, l'API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617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se connecte à Fabric et importe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873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les données nouvelles/modifiées.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1554480"/>
            <a:ext cx="356616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55279" y="1554480"/>
            <a:ext cx="73152" cy="411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599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Connexion Fabric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9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Protocole : SQL (TDS) via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le package npm « mssql ».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9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599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Auth : Service Principal Azure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9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(client_id + client_secret).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9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599" y="35935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Endpoint : un serveur 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9" y="38496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Fabric exposé par Microsoft.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9" y="41056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599" y="4361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Config : dans api/.env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9" y="4617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(FABRIC_SQL_ENDPOINT,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599" y="4873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FABRIC_TENANT_ID, etc.)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Résumé — Comment tout s'articule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La vue d'ensemble de tous les outils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11430000" cy="4121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endParaRPr dirty="0"/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DÉVELOPPEUR                              SERVEUR DE PRODUCTION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──────────                               ─────────────────────</a:t>
            </a:r>
          </a:p>
          <a:p>
            <a:pPr>
              <a:spcAft>
                <a:spcPts val="100"/>
              </a:spcAft>
            </a:pPr>
            <a:endParaRPr sz="1200" dirty="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Windsurf (IDE)                           VM Debian 13 (192.168.13.51)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├── Code React (frontend)                ├── Docker Compose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│   ├── TypeScript                       │   ├── planning-web (Nginx)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│   ├──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TailwindCSS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                     │   │   ├──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Sert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le site React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compilé</a:t>
            </a:r>
            <a:endParaRPr sz="1200" dirty="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│   └── Vite (dev server)                │   │   └── Proxy /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api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→ planning-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api</a:t>
            </a:r>
            <a:endParaRPr sz="1200" dirty="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├── Code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Fastify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(backend)               │   └── planning-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api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(Node.js)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│   ├── Prisma (ORM)                     │       ├──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Fastify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(API REST)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│   └── Routes API                       │       ├── Prisma + SQLite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└── git push ──→ GitHub ──→              │       └── Sync Fabric (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cron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                                         └──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mRemoteNG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/ SSH pour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administrer</a:t>
            </a:r>
            <a:endParaRPr sz="1200" dirty="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endParaRPr sz="1200" dirty="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┌──────────────────────────────────────────────────────────────┐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│  GitHub = le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pont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entre le PC dev et le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serveur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production  </a:t>
            </a:r>
            <a:r>
              <a:rPr lang="fr-FR" sz="1200" dirty="0">
                <a:solidFill>
                  <a:srgbClr val="1E3A5F"/>
                </a:solidFill>
                <a:latin typeface="Consolas"/>
              </a:rPr>
              <a:t> 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│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│  Docker =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garantit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que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ça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tourne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pareil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partout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           </a:t>
            </a:r>
            <a:r>
              <a:rPr lang="fr-FR" sz="1200" dirty="0">
                <a:solidFill>
                  <a:srgbClr val="1E3A5F"/>
                </a:solidFill>
                <a:latin typeface="Consolas"/>
              </a:rPr>
              <a:t> 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│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│  Nginx  =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sert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le site web et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protège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1E3A5F"/>
                </a:solidFill>
                <a:latin typeface="Consolas"/>
              </a:rPr>
              <a:t>l'accès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              </a:t>
            </a:r>
            <a:r>
              <a:rPr lang="fr-FR" sz="1200" dirty="0">
                <a:solidFill>
                  <a:srgbClr val="1E3A5F"/>
                </a:solidFill>
                <a:latin typeface="Consolas"/>
              </a:rPr>
              <a:t>  </a:t>
            </a:r>
            <a:r>
              <a:rPr sz="1200" dirty="0">
                <a:solidFill>
                  <a:srgbClr val="1E3A5F"/>
                </a:solidFill>
                <a:latin typeface="Consolas"/>
              </a:rPr>
              <a:t>│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1E3A5F"/>
                </a:solidFill>
                <a:latin typeface="Consolas"/>
              </a:rPr>
              <a:t>   └──────────────────────────────────────────────────────────────┘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Stack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Frontend + Backend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Stack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30352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FRONTEND (SPA)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React 18 +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Vite 5 (dev server + build)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TailwindCSS 3 (styling utility-first)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25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shadcn/ui + Radix UI (composants)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react-router-dom v6 (navigation)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FullCalendar (calendrier)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93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Recharts (graphiques)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9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Framer Motion (animations)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056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Lucide React (icônes)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616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date-fns (dates)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jsPDF + jspdf-autotable (export PDF)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737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xlsx (export Excel)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97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Azure MSAL (authentification Azure AD)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858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Zod (validation)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554480"/>
            <a:ext cx="530352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554480"/>
            <a:ext cx="73152" cy="4389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BACKEND (API REST)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Node.js 20 + TypeScript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313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Fastify 5 (framework HTTP)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569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Prisma 6 (ORM)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825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SQLite (base de données)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815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Zod (validation requêtes)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@fastify/cors (CORS)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93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@fastify/helmet (sécurité headers)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849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@fastify/rate-limit (anti-abus)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1056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@fastify/multipart (upload fichiers)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616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@fastify/static (servir fichiers)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617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mssql (connexion Fabric SQL)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8737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@azure/identity (auth Azure)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1297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jsonwebtoken + jwks-rsa (JWT)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3858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node-cron (tâches planifiées)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Architecture du Code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Organisation des fichiers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Arborescence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F1F1F"/>
                </a:solidFill>
                <a:latin typeface="Consolas"/>
              </a:rPr>
              <a:t>shiftwise-planner-main/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├── src/                          ← Code source frontend (React)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│   ├── pages/                    ← Pages de l'application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Consolas"/>
              </a:rPr>
              <a:t>│   │   ├── PlanningPage.tsx       (grille de planning)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Consolas"/>
              </a:rPr>
              <a:t>│   │   ├── PlansPage.tsx          (liste des plans)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Consolas"/>
              </a:rPr>
              <a:t>│   │   ├── QuestionsPage.tsx      (gestion des questions)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Consolas"/>
              </a:rPr>
              <a:t>│   │   ├── ChantierPage.tsx       (vue chantier)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Consolas"/>
              </a:rPr>
              <a:t>│   │   ├── GanttPage.tsx          (vue Gantt)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Consolas"/>
              </a:rPr>
              <a:t>│   │   ├── CreerOFPage.tsx        (création d'OF)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Consolas"/>
              </a:rPr>
              <a:t>│   │   ├── DashboardChantierPage  (dashboard projet)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Consolas"/>
              </a:rPr>
              <a:t>│   │   ├── PersonCalendarPage     (calendrier personnel)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Consolas"/>
              </a:rPr>
              <a:t>│   │   └── admin/                 (pages d'administration)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│   ├── components/               ← Composants réutilisables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│   ├── lib/api.ts                ← Client API typé (fetch wrapper)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│   └── contexts/                 ← State management (PlanningStore)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├── api/                          ← Code source backend (Fastify)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│   ├── src/routes/               ← 20 fichiers de routes API REST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│   ├── src/services/             ← Logique métier (sync Fabric…)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│   ├── prisma/schema.prisma      ← Schéma de la base de données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│   └── prisma/migrations/        ← Historique des migrations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├── docker-compose.yml            ← Orchestration des conteneurs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├── Dockerfile                    ← Build frontend (Nginx)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├── api/Dockerfile                ← Build backend (Node)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├── docker/nginx.conf             ← Config Nginx (proxy, TLS, headers)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E3A5F"/>
                </a:solidFill>
                <a:latin typeface="Consolas"/>
              </a:rPr>
              <a:t>└── scripts/                      ← Scripts de déploiement et maintenance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Routes API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20 modules de routes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/subsidiaries : </a:t>
            </a:r>
            <a:r>
              <a:rPr sz="1200">
                <a:solidFill>
                  <a:srgbClr val="1F1F1F"/>
                </a:solidFill>
                <a:latin typeface="Calibri"/>
              </a:rPr>
              <a:t>CRUD filiales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/workshops : </a:t>
            </a:r>
            <a:r>
              <a:rPr sz="1200">
                <a:solidFill>
                  <a:srgbClr val="1F1F1F"/>
                </a:solidFill>
                <a:latin typeface="Calibri"/>
              </a:rPr>
              <a:t>CRUD ateliers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/teams : </a:t>
            </a:r>
            <a:r>
              <a:rPr sz="1200">
                <a:solidFill>
                  <a:srgbClr val="1F1F1F"/>
                </a:solidFill>
                <a:latin typeface="Calibri"/>
              </a:rPr>
              <a:t>CRUD équipes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/employees : </a:t>
            </a:r>
            <a:r>
              <a:rPr sz="1200">
                <a:solidFill>
                  <a:srgbClr val="1F1F1F"/>
                </a:solidFill>
                <a:latin typeface="Calibri"/>
              </a:rPr>
              <a:t>CRUD personnel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/projects : </a:t>
            </a:r>
            <a:r>
              <a:rPr sz="1200">
                <a:solidFill>
                  <a:srgbClr val="1F1F1F"/>
                </a:solidFill>
                <a:latin typeface="Calibri"/>
              </a:rPr>
              <a:t>CRUD chantiers/projets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/manufacturing-orders : </a:t>
            </a:r>
            <a:r>
              <a:rPr sz="1200">
                <a:solidFill>
                  <a:srgbClr val="1F1F1F"/>
                </a:solidFill>
                <a:latin typeface="Calibri"/>
              </a:rPr>
              <a:t>CRUD ordres de fabrication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/plans : </a:t>
            </a:r>
            <a:r>
              <a:rPr sz="1200">
                <a:solidFill>
                  <a:srgbClr val="1F1F1F"/>
                </a:solidFill>
                <a:latin typeface="Calibri"/>
              </a:rPr>
              <a:t>CRUD plans (création unitaire + bulk)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/assignments : </a:t>
            </a:r>
            <a:r>
              <a:rPr sz="1200">
                <a:solidFill>
                  <a:srgbClr val="1F1F1F"/>
                </a:solidFill>
                <a:latin typeface="Calibri"/>
              </a:rPr>
              <a:t>Affectations employé ↔ chantier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/absences : </a:t>
            </a:r>
            <a:r>
              <a:rPr sz="1200">
                <a:solidFill>
                  <a:srgbClr val="1F1F1F"/>
                </a:solidFill>
                <a:latin typeface="Calibri"/>
              </a:rPr>
              <a:t>Gestion des absences (CP, RTT, maladie…)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/tasks : </a:t>
            </a:r>
            <a:r>
              <a:rPr sz="1200">
                <a:solidFill>
                  <a:srgbClr val="1F1F1F"/>
                </a:solidFill>
                <a:latin typeface="Calibri"/>
              </a:rPr>
              <a:t>Tâches collaborateur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/questions : </a:t>
            </a:r>
            <a:r>
              <a:rPr sz="1200">
                <a:solidFill>
                  <a:srgbClr val="1F1F1F"/>
                </a:solidFill>
                <a:latin typeface="Calibri"/>
              </a:rPr>
              <a:t>Questions avec pièces jointes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/attachments : </a:t>
            </a:r>
            <a:r>
              <a:rPr sz="1200">
                <a:solidFill>
                  <a:srgbClr val="1F1F1F"/>
                </a:solidFill>
                <a:latin typeface="Calibri"/>
              </a:rPr>
              <a:t>Upload / suppression de fichiers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/planning : </a:t>
            </a:r>
            <a:r>
              <a:rPr sz="1200">
                <a:solidFill>
                  <a:srgbClr val="1F1F1F"/>
                </a:solidFill>
                <a:latin typeface="Calibri"/>
              </a:rPr>
              <a:t>Chargement de période planning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/calendar : </a:t>
            </a:r>
            <a:r>
              <a:rPr sz="1200">
                <a:solidFill>
                  <a:srgbClr val="1F1F1F"/>
                </a:solidFill>
                <a:latin typeface="Calibri"/>
              </a:rPr>
              <a:t>Données calendrier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/sync : </a:t>
            </a:r>
            <a:r>
              <a:rPr sz="1200">
                <a:solidFill>
                  <a:srgbClr val="1F1F1F"/>
                </a:solidFill>
                <a:latin typeface="Calibri"/>
              </a:rPr>
              <a:t>Synchronisation Fabric (trigger + status + history)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/clients : </a:t>
            </a:r>
            <a:r>
              <a:rPr sz="1200">
                <a:solidFill>
                  <a:srgbClr val="1F1F1F"/>
                </a:solidFill>
                <a:latin typeface="Calibri"/>
              </a:rPr>
              <a:t>Gestion des clients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/dessinateurs : </a:t>
            </a:r>
            <a:r>
              <a:rPr sz="1200">
                <a:solidFill>
                  <a:srgbClr val="1F1F1F"/>
                </a:solidFill>
                <a:latin typeface="Calibri"/>
              </a:rPr>
              <a:t>Gestion des dessinateurs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/affaires : </a:t>
            </a:r>
            <a:r>
              <a:rPr sz="1200">
                <a:solidFill>
                  <a:srgbClr val="1F1F1F"/>
                </a:solidFill>
                <a:latin typeface="Calibri"/>
              </a:rPr>
              <a:t>Gestion des affaires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/time-entries : </a:t>
            </a:r>
            <a:r>
              <a:rPr sz="1200">
                <a:solidFill>
                  <a:srgbClr val="1F1F1F"/>
                </a:solidFill>
                <a:latin typeface="Calibri"/>
              </a:rPr>
              <a:t>Saisie des temps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/warehouse : </a:t>
            </a:r>
            <a:r>
              <a:rPr sz="1200">
                <a:solidFill>
                  <a:srgbClr val="1F1F1F"/>
                </a:solidFill>
                <a:latin typeface="Calibri"/>
              </a:rPr>
              <a:t>Données entrepôt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Base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Prisma ORM + SQLite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Modèle de données (simplifié)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E3A5F"/>
                </a:solidFill>
                <a:latin typeface="Consolas"/>
              </a:rPr>
              <a:t>Subsidiary (Filiale) ──→ Workshop (Atelier) ──→ Team (Équipe)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                     │                     │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E3A5F"/>
                </a:solidFill>
                <a:latin typeface="Consolas"/>
              </a:rPr>
              <a:t>                              Employee (Employé) ←────────┘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                     │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    ┌────────────────┼────────────────┐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    │                │                │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onsolas"/>
              </a:rPr>
              <a:t>            Assignment         Absence           Task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onsolas"/>
              </a:rPr>
              <a:t>         (Affectation)     (CP/RTT/Maladie)   (Tâche)</a:t>
            </a:r>
          </a:p>
          <a:p>
            <a:pPr>
              <a:spcAft>
                <a:spcPts val="300"/>
              </a:spcAft>
            </a:pPr>
            <a:endParaRPr sz="1300">
              <a:solidFill>
                <a:srgbClr val="1F1F1F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E3A5F"/>
                </a:solidFill>
                <a:latin typeface="Consolas"/>
              </a:rPr>
              <a:t>Project (Chantier) ──→ ManufacturingOrder (OF) ──→ Article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onsolas"/>
              </a:rPr>
              <a:t>       │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onsolas"/>
              </a:rPr>
              <a:t>       ├──→ Plan (Plan de fabrication)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onsolas"/>
              </a:rPr>
              <a:t>       ├──→ Question ──→ QuestionAttachment (Pièces jointes)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E3A5F"/>
                </a:solidFill>
                <a:latin typeface="Consolas"/>
              </a:rPr>
              <a:t>       └──→ Assignment (lien Employee ↔ Project ↔ Date ↔ Slot)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Commandes Prisma : npx prisma db push (dev) │ npx prisma migrate deploy (prod) │ npx prisma studio (GUI)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Dépendances Complètes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Toutes les librairies utilisées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Dépendances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package.json (racine)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react 18 + react-dom : </a:t>
            </a:r>
            <a:r>
              <a:rPr sz="1200">
                <a:solidFill>
                  <a:srgbClr val="1F1F1F"/>
                </a:solidFill>
                <a:latin typeface="Calibri"/>
              </a:rPr>
              <a:t>Framework UI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react-router-dom 6 : </a:t>
            </a:r>
            <a:r>
              <a:rPr sz="1200">
                <a:solidFill>
                  <a:srgbClr val="1F1F1F"/>
                </a:solidFill>
                <a:latin typeface="Calibri"/>
              </a:rPr>
              <a:t>Routage SPA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tailwindcss 3 : </a:t>
            </a:r>
            <a:r>
              <a:rPr sz="1200">
                <a:solidFill>
                  <a:srgbClr val="1F1F1F"/>
                </a:solidFill>
                <a:latin typeface="Calibri"/>
              </a:rPr>
              <a:t>CSS utility-first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@radix-ui/* : </a:t>
            </a:r>
            <a:r>
              <a:rPr sz="1200">
                <a:solidFill>
                  <a:srgbClr val="1F1F1F"/>
                </a:solidFill>
                <a:latin typeface="Calibri"/>
              </a:rPr>
              <a:t>Composants headless (dialog, dropdown, tabs, tooltip…)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lucide-react : </a:t>
            </a:r>
            <a:r>
              <a:rPr sz="1200">
                <a:solidFill>
                  <a:srgbClr val="1F1F1F"/>
                </a:solidFill>
                <a:latin typeface="Calibri"/>
              </a:rPr>
              <a:t>Icônes SVG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date-fns : </a:t>
            </a:r>
            <a:r>
              <a:rPr sz="1200">
                <a:solidFill>
                  <a:srgbClr val="1F1F1F"/>
                </a:solidFill>
                <a:latin typeface="Calibri"/>
              </a:rPr>
              <a:t>Manipulation de dates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recharts : </a:t>
            </a:r>
            <a:r>
              <a:rPr sz="1200">
                <a:solidFill>
                  <a:srgbClr val="1F1F1F"/>
                </a:solidFill>
                <a:latin typeface="Calibri"/>
              </a:rPr>
              <a:t>Graphiques/diagrammes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framer-motion : </a:t>
            </a:r>
            <a:r>
              <a:rPr sz="1200">
                <a:solidFill>
                  <a:srgbClr val="1F1F1F"/>
                </a:solidFill>
                <a:latin typeface="Calibri"/>
              </a:rPr>
              <a:t>Animations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@fullcalendar/* : </a:t>
            </a:r>
            <a:r>
              <a:rPr sz="1200">
                <a:solidFill>
                  <a:srgbClr val="1F1F1F"/>
                </a:solidFill>
                <a:latin typeface="Calibri"/>
              </a:rPr>
              <a:t>Calendrier interactif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jspdf + jspdf-autotable : </a:t>
            </a:r>
            <a:r>
              <a:rPr sz="1200">
                <a:solidFill>
                  <a:srgbClr val="1F1F1F"/>
                </a:solidFill>
                <a:latin typeface="Calibri"/>
              </a:rPr>
              <a:t>Export PDF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xlsx : </a:t>
            </a:r>
            <a:r>
              <a:rPr sz="1200">
                <a:solidFill>
                  <a:srgbClr val="1F1F1F"/>
                </a:solidFill>
                <a:latin typeface="Calibri"/>
              </a:rPr>
              <a:t>Export Excel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zod : </a:t>
            </a:r>
            <a:r>
              <a:rPr sz="1200">
                <a:solidFill>
                  <a:srgbClr val="1F1F1F"/>
                </a:solidFill>
                <a:latin typeface="Calibri"/>
              </a:rPr>
              <a:t>Validation de schémas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@azure/msal-browser + @azure/msal-react : </a:t>
            </a:r>
            <a:r>
              <a:rPr sz="1200">
                <a:solidFill>
                  <a:srgbClr val="1F1F1F"/>
                </a:solidFill>
                <a:latin typeface="Calibri"/>
              </a:rPr>
              <a:t>Auth Azure AD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@tanstack/react-query : </a:t>
            </a:r>
            <a:r>
              <a:rPr sz="1200">
                <a:solidFill>
                  <a:srgbClr val="1F1F1F"/>
                </a:solidFill>
                <a:latin typeface="Calibri"/>
              </a:rPr>
              <a:t>Cache et requêtes asynchrones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vite 5 : </a:t>
            </a:r>
            <a:r>
              <a:rPr sz="1200">
                <a:solidFill>
                  <a:srgbClr val="1F1F1F"/>
                </a:solidFill>
                <a:latin typeface="Calibri"/>
              </a:rPr>
              <a:t>Build tool + dev server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typescript 5 : </a:t>
            </a:r>
            <a:r>
              <a:rPr sz="1200">
                <a:solidFill>
                  <a:srgbClr val="1F1F1F"/>
                </a:solidFill>
                <a:latin typeface="Calibri"/>
              </a:rPr>
              <a:t>Typage statique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vitest : </a:t>
            </a:r>
            <a:r>
              <a:rPr sz="1200">
                <a:solidFill>
                  <a:srgbClr val="1F1F1F"/>
                </a:solidFill>
                <a:latin typeface="Calibri"/>
              </a:rPr>
              <a:t>Tests unitaires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Dépendances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api/package.json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fastify 5 : </a:t>
            </a:r>
            <a:r>
              <a:rPr sz="1200">
                <a:solidFill>
                  <a:srgbClr val="1F1F1F"/>
                </a:solidFill>
                <a:latin typeface="Calibri"/>
              </a:rPr>
              <a:t>Framework HTTP performant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@prisma/client 6 : </a:t>
            </a:r>
            <a:r>
              <a:rPr sz="1200">
                <a:solidFill>
                  <a:srgbClr val="1F1F1F"/>
                </a:solidFill>
                <a:latin typeface="Calibri"/>
              </a:rPr>
              <a:t>ORM pour SQLite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prisma 6 : </a:t>
            </a:r>
            <a:r>
              <a:rPr sz="1200">
                <a:solidFill>
                  <a:srgbClr val="1F1F1F"/>
                </a:solidFill>
                <a:latin typeface="Calibri"/>
              </a:rPr>
              <a:t>CLI et moteur de migration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zod : </a:t>
            </a:r>
            <a:r>
              <a:rPr sz="1200">
                <a:solidFill>
                  <a:srgbClr val="1F1F1F"/>
                </a:solidFill>
                <a:latin typeface="Calibri"/>
              </a:rPr>
              <a:t>Validation des requêtes API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@fastify/cors : </a:t>
            </a:r>
            <a:r>
              <a:rPr sz="1200">
                <a:solidFill>
                  <a:srgbClr val="1F1F1F"/>
                </a:solidFill>
                <a:latin typeface="Calibri"/>
              </a:rPr>
              <a:t>Cross-Origin Resource Sharing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@fastify/helmet : </a:t>
            </a:r>
            <a:r>
              <a:rPr sz="1200">
                <a:solidFill>
                  <a:srgbClr val="1F1F1F"/>
                </a:solidFill>
                <a:latin typeface="Calibri"/>
              </a:rPr>
              <a:t>Security headers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@fastify/rate-limit : </a:t>
            </a:r>
            <a:r>
              <a:rPr sz="1200">
                <a:solidFill>
                  <a:srgbClr val="1F1F1F"/>
                </a:solidFill>
                <a:latin typeface="Calibri"/>
              </a:rPr>
              <a:t>Protection anti-abus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@fastify/multipart : </a:t>
            </a:r>
            <a:r>
              <a:rPr sz="1200">
                <a:solidFill>
                  <a:srgbClr val="1F1F1F"/>
                </a:solidFill>
                <a:latin typeface="Calibri"/>
              </a:rPr>
              <a:t>Upload de fichiers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@fastify/static : </a:t>
            </a:r>
            <a:r>
              <a:rPr sz="1200">
                <a:solidFill>
                  <a:srgbClr val="1F1F1F"/>
                </a:solidFill>
                <a:latin typeface="Calibri"/>
              </a:rPr>
              <a:t>Servir des fichiers statiques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mssql : </a:t>
            </a:r>
            <a:r>
              <a:rPr sz="1200">
                <a:solidFill>
                  <a:srgbClr val="1F1F1F"/>
                </a:solidFill>
                <a:latin typeface="Calibri"/>
              </a:rPr>
              <a:t>Connecteur SQL Server (pour Fabric)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@azure/identity : </a:t>
            </a:r>
            <a:r>
              <a:rPr sz="1200">
                <a:solidFill>
                  <a:srgbClr val="1F1F1F"/>
                </a:solidFill>
                <a:latin typeface="Calibri"/>
              </a:rPr>
              <a:t>Authentification Azure (service principal)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jsonwebtoken + jwks-rsa : </a:t>
            </a:r>
            <a:r>
              <a:rPr sz="1200">
                <a:solidFill>
                  <a:srgbClr val="1F1F1F"/>
                </a:solidFill>
                <a:latin typeface="Calibri"/>
              </a:rPr>
              <a:t>Vérification JWT Azure AD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node-cron : </a:t>
            </a:r>
            <a:r>
              <a:rPr sz="1200">
                <a:solidFill>
                  <a:srgbClr val="1F1F1F"/>
                </a:solidFill>
                <a:latin typeface="Calibri"/>
              </a:rPr>
              <a:t>Tâches cron (sync Fabric, backups)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dotenv : </a:t>
            </a:r>
            <a:r>
              <a:rPr sz="1200">
                <a:solidFill>
                  <a:srgbClr val="1F1F1F"/>
                </a:solidFill>
                <a:latin typeface="Calibri"/>
              </a:rPr>
              <a:t>Variables d'environnement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•  tsx : </a:t>
            </a:r>
            <a:r>
              <a:rPr sz="1200">
                <a:solidFill>
                  <a:srgbClr val="1F1F1F"/>
                </a:solidFill>
                <a:latin typeface="Calibri"/>
              </a:rPr>
              <a:t>Exécution TypeScript en dev (watch mode)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VM Debian + Docker + Nginx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Architecture d'infrastructure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┌─── PC Développeur (192.168.13.50) ────────────────────────┐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                                                      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Code source  ──→  git push  ──→  GitHub (remote)     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IDE: Windsurf / VS Code                               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mRemoteNG pour SSH vers la VM                         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                                                      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                      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                         ▼  (auto-pull toutes les 5 min)</a:t>
            </a:r>
          </a:p>
          <a:p>
            <a:pPr>
              <a:spcAft>
                <a:spcPts val="100"/>
              </a:spcAft>
            </a:pPr>
            <a:endParaRPr sz="1200">
              <a:solidFill>
                <a:srgbClr val="1E3A5F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┌─── VM Debian 13 (192.168.13.51) ─────────────────────────┐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                                                      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 Docker Compose                                       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 ┌──────────────────────┐   ┌───────────────────────┐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 │  planning-web  :80   │   │  planning-api  :3001  │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 │  Nginx + SPA React   │──▶│  Fastify + Prisma     │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 │  Proxy /api → :3001  │   │  SQLite (volume)      │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 │  TLS (self-signed)   │   │  Sync Fabric (cron)   │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 └──────────────────────┘   └───────────────────────┘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                                                       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│   Accessible sur : https://192.168.13.51 (réseau local)  │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1E3A5F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Docker Compose — 2 conteneurs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30352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planning-web (Frontend)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Image : nginx:alpine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Port : 80 (HTTP) + 443 (HTTPS)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Contient le build Vite (HTML/JS/CSS)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25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Nginx sert les fichiers statiques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Proxy reverse : /api/* → planning-api:3001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TLS avec certificat self-signed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93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Headers de sécurité (CSP, HSTS, X-Frame…)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9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Cache agressif sur /assets/ (immutable)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530352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73152" cy="411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planning-api (Backend)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Image : node:20-slim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13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Port : 3001 (interne)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69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Fastify + Prisma + 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25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Volume Docker : api-data (persistance DB)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815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Healthcheck : /health toutes les 30s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Variables d'env : via api/.env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93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Sync Fabric : cron toutes les heures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849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Backup : cron quotidien à 2h00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GitHub + Windsurf +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Comment ça s'articule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Workflow de développement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1F1F"/>
                </a:solidFill>
                <a:latin typeface="Calibri"/>
              </a:rPr>
              <a:t>•  1. Développement : </a:t>
            </a:r>
            <a:r>
              <a:rPr sz="1500">
                <a:solidFill>
                  <a:srgbClr val="1F1F1F"/>
                </a:solidFill>
                <a:latin typeface="Calibri"/>
              </a:rPr>
              <a:t>ouvrir le projet dans Windsurf (ou VS Code)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1F1F"/>
                </a:solidFill>
                <a:latin typeface="Calibri"/>
              </a:rPr>
              <a:t>•  2. Lancer en local : </a:t>
            </a:r>
            <a:r>
              <a:rPr sz="1500">
                <a:solidFill>
                  <a:srgbClr val="1F1F1F"/>
                </a:solidFill>
                <a:latin typeface="Calibri"/>
              </a:rPr>
              <a:t>npm run dev (frontend :8080) + cd api &amp;&amp; npm run dev (backend :3001)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1F1F"/>
                </a:solidFill>
                <a:latin typeface="Calibri"/>
              </a:rPr>
              <a:t>•  3. Modifier le code : </a:t>
            </a:r>
            <a:r>
              <a:rPr sz="1500">
                <a:solidFill>
                  <a:srgbClr val="1F1F1F"/>
                </a:solidFill>
                <a:latin typeface="Calibri"/>
              </a:rPr>
              <a:t>éditer les fichiers, Windsurf AI aide au développement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1F1F"/>
                </a:solidFill>
                <a:latin typeface="Calibri"/>
              </a:rPr>
              <a:t>•  4. Commiter : </a:t>
            </a:r>
            <a:r>
              <a:rPr sz="1500">
                <a:solidFill>
                  <a:srgbClr val="1F1F1F"/>
                </a:solidFill>
                <a:latin typeface="Calibri"/>
              </a:rPr>
              <a:t>git add . → git commit -m "description" → git push origin main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1F1F"/>
                </a:solidFill>
                <a:latin typeface="Calibri"/>
              </a:rPr>
              <a:t>•  5. Déploiement auto : </a:t>
            </a:r>
            <a:r>
              <a:rPr sz="1500">
                <a:solidFill>
                  <a:srgbClr val="1F1F1F"/>
                </a:solidFill>
                <a:latin typeface="Calibri"/>
              </a:rPr>
              <a:t>la VM vérifie GitHub toutes les 5 min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1F1F"/>
                </a:solidFill>
                <a:latin typeface="Calibri"/>
              </a:rPr>
              <a:t>•  6. Si nouveau commit détecté : </a:t>
            </a:r>
            <a:r>
              <a:rPr sz="1500">
                <a:solidFill>
                  <a:srgbClr val="1F1F1F"/>
                </a:solidFill>
                <a:latin typeface="Calibri"/>
              </a:rPr>
              <a:t>git pull → docker compose build → restart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Calibri"/>
              </a:rPr>
              <a:t>•  7. L'application est mise à jour sur https://192.168.13.51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Repo GitHub : https://github.com/CYBERTESTCAA/PLANNING_PREVISIONNEL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Mettre à jour l'application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Déploiement automatique et manuel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Mise à jour — 2 méthodes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303520" cy="3657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3657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Automatique (toutes les 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1. Le timer systemd vérifie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2. Si nouveau commit → git pull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3. docker compose build --no-cache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25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4. docker compose down + up -d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5. Nettoyage anciennes images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593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Aucune action nécessaire 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9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Il suffit de git push sur main.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5303520" cy="3657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73152" cy="3657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Manuelle (instantanée)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1. SSH vers la VM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13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 ssh utilisateur@192.168.13.51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69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2. cd /opt/planning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25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3. ./scripts/deploy.sh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815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Ou rebuild direct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93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 docker compose up -d --build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Commandes utiles sur la 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docker compose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ps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Voir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l'état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des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conteneurs</a:t>
            </a:r>
            <a:endParaRPr sz="130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docker compose logs -f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api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Logs du backend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en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temps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réel</a:t>
            </a:r>
            <a:endParaRPr sz="130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docker compose logs -f web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Logs du frontend/Nginx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docker compose restart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Redémarrer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tous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les services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docker compose up -d --build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Rebuild +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redémarrer</a:t>
            </a:r>
            <a:endParaRPr sz="130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docker compose down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Arrêter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tout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./scripts/deploy.sh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Mise à jour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manuelle</a:t>
            </a:r>
            <a:endParaRPr sz="130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./scripts/backup.sh : </a:t>
            </a:r>
            <a:r>
              <a:rPr sz="1300" dirty="0">
                <a:solidFill>
                  <a:srgbClr val="1F1F1F"/>
                </a:solidFill>
                <a:latin typeface="Calibri"/>
              </a:rPr>
              <a:t>Backup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manuel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de la base de données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systemctl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status planning-</a:t>
            </a:r>
            <a:r>
              <a:rPr sz="1300" b="1" dirty="0" err="1">
                <a:solidFill>
                  <a:srgbClr val="1F1F1F"/>
                </a:solidFill>
                <a:latin typeface="Calibri"/>
              </a:rPr>
              <a:t>update.timer</a:t>
            </a:r>
            <a:r>
              <a:rPr sz="1300" b="1" dirty="0">
                <a:solidFill>
                  <a:srgbClr val="1F1F1F"/>
                </a:solidFill>
                <a:latin typeface="Calibri"/>
              </a:rPr>
              <a:t>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Vérifier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le timer auto-update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•  cat /var/log/planning-deploy.log :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Historique</a:t>
            </a:r>
            <a:r>
              <a:rPr sz="1300" dirty="0">
                <a:solidFill>
                  <a:srgbClr val="1F1F1F"/>
                </a:solidFill>
                <a:latin typeface="Calibri"/>
              </a:rPr>
              <a:t> des </a:t>
            </a:r>
            <a:r>
              <a:rPr sz="1300" dirty="0" err="1">
                <a:solidFill>
                  <a:srgbClr val="1F1F1F"/>
                </a:solidFill>
                <a:latin typeface="Calibri"/>
              </a:rPr>
              <a:t>déploiements</a:t>
            </a:r>
            <a:endParaRPr sz="1300" dirty="0">
              <a:solidFill>
                <a:srgbClr val="1F1F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Exporter un chat Windsurf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Pour travailler en local et garder le contexte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Exporter un historique Windsurf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Pourquoi ? : </a:t>
            </a:r>
            <a:r>
              <a:rPr sz="1300">
                <a:solidFill>
                  <a:srgbClr val="1F1F1F"/>
                </a:solidFill>
                <a:latin typeface="Calibri"/>
              </a:rPr>
              <a:t>Pour qu'un autre développeur comprenne ce qui a été fait et puisse continuer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Comment exporter :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1. Ouvrir Windsurf avec le projet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2. Dans le panneau Cascade (chat AI), cliquer sur les 3 points ··· en haut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3. Sélectionner « Export Chat » ou « Export Conversation »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4. Sauvegarder le fichier .md ou .json généré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5. Le partager avec le nouveau développeur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Comment l'utiliser :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1. Le nouveau développeur clone le repo GitHub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2. Ouvre le projet dans Windsurf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3. Colle le contenu exporté dans un nouveau chat Cascade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4. Cascade comprend le contexte et peut continuer le travail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Alternative : </a:t>
            </a:r>
            <a:r>
              <a:rPr sz="1300">
                <a:solidFill>
                  <a:srgbClr val="1F1F1F"/>
                </a:solidFill>
                <a:latin typeface="Calibri"/>
              </a:rPr>
              <a:t>le summary du Checkpoint (affiché automatiquement quand on reprend un chat)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Sauvegardes &amp; Sécurité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303520" cy="3657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365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Sauvegardes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Automatique : tous les jours à 2h00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Stockage : /var/backups/planning/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Rétention : 30 dernières sauvegardes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25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Format : planning_YYYYMMDD.sqlite.gz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Restauration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93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docker compose stop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9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gunzip &lt; backup.gz &gt; /tmp/restore.sqlite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056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docker cp restore planning-api:/data/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616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  docker compose start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5303520" cy="3657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73152" cy="3657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Sécurité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Authentification : Azure AD (MSAL)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13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JWT : vérification via JWKS (Azure)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69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HTTPS : TLS 1.2/1.3 (certificat self-signed)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25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Headers : CSP, HSTS, X-Frame-Options, etc.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815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Rate limiting : @fastify/rate-limit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CORS : configuré pour le domaine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93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Helmet : protection headers côté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849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.env ignoré par git (secrets protégés)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Merci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FDBFE"/>
                </a:solidFill>
                <a:latin typeface="Calibri"/>
              </a:rPr>
              <a:t>Questions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389120"/>
            <a:ext cx="3657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 err="1">
                <a:solidFill>
                  <a:srgbClr val="93C5FD"/>
                </a:solidFill>
                <a:latin typeface="Calibri"/>
              </a:rPr>
              <a:t>Projet</a:t>
            </a:r>
            <a:r>
              <a:rPr sz="1400" b="0" dirty="0">
                <a:solidFill>
                  <a:srgbClr val="93C5FD"/>
                </a:solidFill>
                <a:latin typeface="Calibri"/>
              </a:rPr>
              <a:t> SUIVI DE CHANTIERS  •  CAA </a:t>
            </a:r>
            <a:r>
              <a:rPr lang="fr-FR" sz="1400" b="0">
                <a:solidFill>
                  <a:srgbClr val="93C5FD"/>
                </a:solidFill>
                <a:latin typeface="Calibri"/>
              </a:rPr>
              <a:t>Agencement</a:t>
            </a:r>
            <a:r>
              <a:rPr sz="1400" b="0" dirty="0">
                <a:solidFill>
                  <a:srgbClr val="93C5FD"/>
                </a:solidFill>
                <a:latin typeface="Calibri"/>
              </a:rPr>
              <a:t>  • 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3952</Words>
  <Application>Microsoft Office PowerPoint</Application>
  <PresentationFormat>Grand écran</PresentationFormat>
  <Paragraphs>499</Paragraphs>
  <Slides>38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Niel POUPELIN</cp:lastModifiedBy>
  <cp:revision>3</cp:revision>
  <dcterms:created xsi:type="dcterms:W3CDTF">2013-01-27T09:14:16Z</dcterms:created>
  <dcterms:modified xsi:type="dcterms:W3CDTF">2026-03-06T07:09:35Z</dcterms:modified>
  <cp:category/>
</cp:coreProperties>
</file>