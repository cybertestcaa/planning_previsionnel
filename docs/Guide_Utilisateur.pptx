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Suivi de Chantiers — Guide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Calibri"/>
              </a:rPr>
              <a:t>Comment utiliser toutes les fonctionnalités de l'application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11480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Calibri"/>
              </a:rPr>
              <a:t>Projet SUIVI DE CHANTIERS  •  CAA Guadeloupe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Page d'accueil &amp; navigation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Planning prévisionnel (grille)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Vue Gantt (timeline)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Vue Chantier (pilotage projet)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Calendrier personnel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Liste des Plans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Questions (avec pièces jointes)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Création d'OF (partitionnement)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Administration (filiales, ateliers, personnel, chantiers, OF)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1F1F"/>
                </a:solidFill>
                <a:latin typeface="Calibri"/>
              </a:rPr>
              <a:t>•  Synchronisation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Page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Hub de navigation et état du système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Page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Sélection de la filiale active : </a:t>
            </a:r>
            <a:r>
              <a:rPr sz="1400">
                <a:solidFill>
                  <a:srgbClr val="1F1F1F"/>
                </a:solidFill>
                <a:latin typeface="Calibri"/>
              </a:rPr>
              <a:t>filtre toutes les vues de l'application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Accès rapide : </a:t>
            </a:r>
            <a:r>
              <a:rPr sz="1400">
                <a:solidFill>
                  <a:srgbClr val="1F1F1F"/>
                </a:solidFill>
                <a:latin typeface="Calibri"/>
              </a:rPr>
              <a:t>cliquer sur les cartes pour naviguer (Planning, Gantt, Chantier, Calendrier)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État de synchronisation : </a:t>
            </a:r>
            <a:r>
              <a:rPr sz="1400">
                <a:solidFill>
                  <a:srgbClr val="1F1F1F"/>
                </a:solidFill>
                <a:latin typeface="Calibri"/>
              </a:rPr>
              <a:t>dernière sync Fabric, nombre de fiches mises à jour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Bouton « Synchroniser » : </a:t>
            </a:r>
            <a:r>
              <a:rPr sz="1400">
                <a:solidFill>
                  <a:srgbClr val="1F1F1F"/>
                </a:solidFill>
                <a:latin typeface="Calibri"/>
              </a:rPr>
              <a:t>déclenche une synchronisation manuelle avec le Data Warehouse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Accès administration : </a:t>
            </a:r>
            <a:r>
              <a:rPr sz="1400">
                <a:solidFill>
                  <a:srgbClr val="1F1F1F"/>
                </a:solidFill>
                <a:latin typeface="Calibri"/>
              </a:rPr>
              <a:t>section en bas de page pour gérer les référentiels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Planning Prévisionnel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La grille de planification quotidienne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Planning —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Grille interactive : </a:t>
            </a:r>
            <a:r>
              <a:rPr sz="1400">
                <a:solidFill>
                  <a:srgbClr val="1F1F1F"/>
                </a:solidFill>
                <a:latin typeface="Calibri"/>
              </a:rPr>
              <a:t>lignes = employés, colonnes = jours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Créneaux : </a:t>
            </a:r>
            <a:r>
              <a:rPr sz="1400">
                <a:solidFill>
                  <a:srgbClr val="1F1F1F"/>
                </a:solidFill>
                <a:latin typeface="Calibri"/>
              </a:rPr>
              <a:t>AM (matin), PM (après-midi), FULL (journée entière)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Zoom : </a:t>
            </a:r>
            <a:r>
              <a:rPr sz="1400">
                <a:solidFill>
                  <a:srgbClr val="1F1F1F"/>
                </a:solidFill>
                <a:latin typeface="Calibri"/>
              </a:rPr>
              <a:t>molette ou slider pour ajuster la densité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Filtre : </a:t>
            </a:r>
            <a:r>
              <a:rPr sz="1400">
                <a:solidFill>
                  <a:srgbClr val="1F1F1F"/>
                </a:solidFill>
                <a:latin typeface="Calibri"/>
              </a:rPr>
              <a:t>par filiale → atelier → équipe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Période : </a:t>
            </a:r>
            <a:r>
              <a:rPr sz="1400">
                <a:solidFill>
                  <a:srgbClr val="1F1F1F"/>
                </a:solidFill>
                <a:latin typeface="Calibri"/>
              </a:rPr>
              <a:t>navigation par semaine/mois avec les flèches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Planning — Actions possibles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Affecter : </a:t>
            </a:r>
            <a:r>
              <a:rPr sz="1300">
                <a:solidFill>
                  <a:srgbClr val="1F1F1F"/>
                </a:solidFill>
                <a:latin typeface="Calibri"/>
              </a:rPr>
              <a:t>cliquer sur une cellule vide → sélectionner un chantier → choisir le créneau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Modifier : </a:t>
            </a:r>
            <a:r>
              <a:rPr sz="1300">
                <a:solidFill>
                  <a:srgbClr val="1F1F1F"/>
                </a:solidFill>
                <a:latin typeface="Calibri"/>
              </a:rPr>
              <a:t>cliquer sur une affectation existante → changer chantier ou créneau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Supprimer : </a:t>
            </a:r>
            <a:r>
              <a:rPr sz="1300">
                <a:solidFill>
                  <a:srgbClr val="1F1F1F"/>
                </a:solidFill>
                <a:latin typeface="Calibri"/>
              </a:rPr>
              <a:t>clic droit → Supprimer, ou sélectionner + touche Suppr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Multi-affectation : </a:t>
            </a:r>
            <a:r>
              <a:rPr sz="1300">
                <a:solidFill>
                  <a:srgbClr val="1F1F1F"/>
                </a:solidFill>
                <a:latin typeface="Calibri"/>
              </a:rPr>
              <a:t>sélectionner plusieurs cellules (Ctrl+clic ou sélection en rectangle)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Absences : </a:t>
            </a:r>
            <a:r>
              <a:rPr sz="1300">
                <a:solidFill>
                  <a:srgbClr val="1F1F1F"/>
                </a:solidFill>
                <a:latin typeface="Calibri"/>
              </a:rPr>
              <a:t>marquer un jour comme CP, RTT, Maladie, Formation, Autre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Copier/Coller : </a:t>
            </a:r>
            <a:r>
              <a:rPr sz="1300">
                <a:solidFill>
                  <a:srgbClr val="1F1F1F"/>
                </a:solidFill>
                <a:latin typeface="Calibri"/>
              </a:rPr>
              <a:t>dupliquer une affectation sur d'autres jours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Undo/Redo : </a:t>
            </a:r>
            <a:r>
              <a:rPr sz="1300">
                <a:solidFill>
                  <a:srgbClr val="1F1F1F"/>
                </a:solidFill>
                <a:latin typeface="Calibri"/>
              </a:rPr>
              <a:t>Ctrl+Z / Ctrl+Y pour annuler ou rétablir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Export : </a:t>
            </a:r>
            <a:r>
              <a:rPr sz="1300">
                <a:solidFill>
                  <a:srgbClr val="1F1F1F"/>
                </a:solidFill>
                <a:latin typeface="Calibri"/>
              </a:rPr>
              <a:t>bouton Export → PDF ou Excel pour impression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Barre d'actions groupées : </a:t>
            </a:r>
            <a:r>
              <a:rPr sz="1300">
                <a:solidFill>
                  <a:srgbClr val="1F1F1F"/>
                </a:solidFill>
                <a:latin typeface="Calibri"/>
              </a:rPr>
              <a:t>actions en masse sur la sélection courante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Vue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Timeline des chantiers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Vue 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Timeline horizontale : </a:t>
            </a:r>
            <a:r>
              <a:rPr sz="1400">
                <a:solidFill>
                  <a:srgbClr val="1F1F1F"/>
                </a:solidFill>
                <a:latin typeface="Calibri"/>
              </a:rPr>
              <a:t>chaque barre = un chantier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3 couches temporelles par chantier :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  - Contractuel : </a:t>
            </a:r>
            <a:r>
              <a:rPr sz="1400">
                <a:solidFill>
                  <a:srgbClr val="1F1F1F"/>
                </a:solidFill>
                <a:latin typeface="Calibri"/>
              </a:rPr>
              <a:t>dates prévues au contrat (bleu)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  - Prévisionnel : </a:t>
            </a:r>
            <a:r>
              <a:rPr sz="1400">
                <a:solidFill>
                  <a:srgbClr val="1F1F1F"/>
                </a:solidFill>
                <a:latin typeface="Calibri"/>
              </a:rPr>
              <a:t>dates estimées réelles (orange)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  - Réel : </a:t>
            </a:r>
            <a:r>
              <a:rPr sz="1400">
                <a:solidFill>
                  <a:srgbClr val="1F1F1F"/>
                </a:solidFill>
                <a:latin typeface="Calibri"/>
              </a:rPr>
              <a:t>dates effectives de début/fin (vert)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Statut : </a:t>
            </a:r>
            <a:r>
              <a:rPr sz="1400">
                <a:solidFill>
                  <a:srgbClr val="1F1F1F"/>
                </a:solidFill>
                <a:latin typeface="Calibri"/>
              </a:rPr>
              <a:t>couleur de la barre selon l'état (en cours, terminé, en retard)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Navigation : </a:t>
            </a:r>
            <a:r>
              <a:rPr sz="1400">
                <a:solidFill>
                  <a:srgbClr val="1F1F1F"/>
                </a:solidFill>
                <a:latin typeface="Calibri"/>
              </a:rPr>
              <a:t>scroll horizontal pour parcourir les mois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Clic sur un chantier : </a:t>
            </a:r>
            <a:r>
              <a:rPr sz="1400">
                <a:solidFill>
                  <a:srgbClr val="1F1F1F"/>
                </a:solidFill>
                <a:latin typeface="Calibri"/>
              </a:rPr>
              <a:t>ouvre le détail du projet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Vue Chantier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Pilotage par projet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Vue Chantier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Sélection du chantier : </a:t>
            </a:r>
            <a:r>
              <a:rPr sz="1400">
                <a:solidFill>
                  <a:srgbClr val="1F1F1F"/>
                </a:solidFill>
                <a:latin typeface="Calibri"/>
              </a:rPr>
              <a:t>dropdown avec recherche par code ou nom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Dashboard : </a:t>
            </a:r>
            <a:r>
              <a:rPr sz="1400">
                <a:solidFill>
                  <a:srgbClr val="1F1F1F"/>
                </a:solidFill>
                <a:latin typeface="Calibri"/>
              </a:rPr>
              <a:t>vue synthétique du chantier sélectionné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Intervenants : </a:t>
            </a:r>
            <a:r>
              <a:rPr sz="1400">
                <a:solidFill>
                  <a:srgbClr val="1F1F1F"/>
                </a:solidFill>
                <a:latin typeface="Calibri"/>
              </a:rPr>
              <a:t>liste des employés affectés au chantier (AM/PM)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OF liés : </a:t>
            </a:r>
            <a:r>
              <a:rPr sz="1400">
                <a:solidFill>
                  <a:srgbClr val="1F1F1F"/>
                </a:solidFill>
                <a:latin typeface="Calibri"/>
              </a:rPr>
              <a:t>ordres de fabrication associés au chantier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Progression : </a:t>
            </a:r>
            <a:r>
              <a:rPr sz="1400">
                <a:solidFill>
                  <a:srgbClr val="1F1F1F"/>
                </a:solidFill>
                <a:latin typeface="Calibri"/>
              </a:rPr>
              <a:t>barre d'avancement du projet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Historique : </a:t>
            </a:r>
            <a:r>
              <a:rPr sz="1400">
                <a:solidFill>
                  <a:srgbClr val="1F1F1F"/>
                </a:solidFill>
                <a:latin typeface="Calibri"/>
              </a:rPr>
              <a:t>timeline des affectations passées et futures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Calendrier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Historique individuel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Calendrier Personnel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Sélection : </a:t>
            </a:r>
            <a:r>
              <a:rPr sz="1400">
                <a:solidFill>
                  <a:srgbClr val="1F1F1F"/>
                </a:solidFill>
                <a:latin typeface="Calibri"/>
              </a:rPr>
              <a:t>Filiale → Atelier → Équipe → Personne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Vues : </a:t>
            </a:r>
            <a:r>
              <a:rPr sz="1400">
                <a:solidFill>
                  <a:srgbClr val="1F1F1F"/>
                </a:solidFill>
                <a:latin typeface="Calibri"/>
              </a:rPr>
              <a:t>Mois / Semaine / Jour / Année (FullCalendar)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Événements : </a:t>
            </a:r>
            <a:r>
              <a:rPr sz="1400">
                <a:solidFill>
                  <a:srgbClr val="1F1F1F"/>
                </a:solidFill>
                <a:latin typeface="Calibri"/>
              </a:rPr>
              <a:t>affectations (couleur du chantier) + absences (icône + type)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Statistiques rapides : </a:t>
            </a:r>
            <a:r>
              <a:rPr sz="1400">
                <a:solidFill>
                  <a:srgbClr val="1F1F1F"/>
                </a:solidFill>
                <a:latin typeface="Calibri"/>
              </a:rPr>
              <a:t>nombre d'affectations, absences, chantiers distincts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Navigation : </a:t>
            </a:r>
            <a:r>
              <a:rPr sz="1400">
                <a:solidFill>
                  <a:srgbClr val="1F1F1F"/>
                </a:solidFill>
                <a:latin typeface="Calibri"/>
              </a:rPr>
              <a:t>cliquer sur un jour pour voir le détail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Liste des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Gestion des plans de fabrication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Liste des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Sélection du chantier : </a:t>
            </a:r>
            <a:r>
              <a:rPr sz="1400">
                <a:solidFill>
                  <a:srgbClr val="1F1F1F"/>
                </a:solidFill>
                <a:latin typeface="Calibri"/>
              </a:rPr>
              <a:t>filtrer les plans par projet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Vue panneau gauche : </a:t>
            </a:r>
            <a:r>
              <a:rPr sz="1400">
                <a:solidFill>
                  <a:srgbClr val="1F1F1F"/>
                </a:solidFill>
                <a:latin typeface="Calibri"/>
              </a:rPr>
              <a:t>liste des OF avec leurs articles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Badge plan : </a:t>
            </a:r>
            <a:r>
              <a:rPr sz="1400">
                <a:solidFill>
                  <a:srgbClr val="1F1F1F"/>
                </a:solidFill>
                <a:latin typeface="Calibri"/>
              </a:rPr>
              <a:t>chaque article affiche le numéro de plan s'il en a un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Articles désactivés : </a:t>
            </a:r>
            <a:r>
              <a:rPr sz="1400">
                <a:solidFill>
                  <a:srgbClr val="1F1F1F"/>
                </a:solidFill>
                <a:latin typeface="Calibri"/>
              </a:rPr>
              <a:t>les articles déjà associés à un plan sont grisés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Créer un plan : </a:t>
            </a:r>
            <a:r>
              <a:rPr sz="1400">
                <a:solidFill>
                  <a:srgbClr val="1F1F1F"/>
                </a:solidFill>
                <a:latin typeface="Calibri"/>
              </a:rPr>
              <a:t>bouton « Créer depuis articles » ou « + Nouveau plan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Plans — Création d'un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Sélectionner les articles à inclure dans le plan (cocher les cases)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Restriction : </a:t>
            </a:r>
            <a:r>
              <a:rPr sz="1400">
                <a:solidFill>
                  <a:srgbClr val="1F1F1F"/>
                </a:solidFill>
                <a:latin typeface="Calibri"/>
              </a:rPr>
              <a:t>tous les articles doivent appartenir au même OF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1F1F"/>
                </a:solidFill>
                <a:latin typeface="Calibri"/>
              </a:rPr>
              <a:t>•  Si articles de différents OFs sélectionnés → message d'erreur rouge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Plan sans article : </a:t>
            </a:r>
            <a:r>
              <a:rPr sz="1400">
                <a:solidFill>
                  <a:srgbClr val="1F1F1F"/>
                </a:solidFill>
                <a:latin typeface="Calibri"/>
              </a:rPr>
              <a:t>cocher « Créer un plan sans article (cadeau, hors vente…) »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Numéro HK : </a:t>
            </a:r>
            <a:r>
              <a:rPr sz="1400">
                <a:solidFill>
                  <a:srgbClr val="1F1F1F"/>
                </a:solidFill>
                <a:latin typeface="Calibri"/>
              </a:rPr>
              <a:t>rempli automatiquement ou saisie manuelle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Numéro de plan : </a:t>
            </a:r>
            <a:r>
              <a:rPr sz="1400">
                <a:solidFill>
                  <a:srgbClr val="1F1F1F"/>
                </a:solidFill>
                <a:latin typeface="Calibri"/>
              </a:rPr>
              <a:t>rempli automatiquement (dernier + 1) ou saisie manuelle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Valider : </a:t>
            </a:r>
            <a:r>
              <a:rPr sz="1400">
                <a:solidFill>
                  <a:srgbClr val="1F1F1F"/>
                </a:solidFill>
                <a:latin typeface="Calibri"/>
              </a:rPr>
              <a:t>le plan est créé et les articles sont marqués comme « planifiés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Suivi des questions avec pièces jointes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Sélection du chantier : </a:t>
            </a:r>
            <a:r>
              <a:rPr sz="1300">
                <a:solidFill>
                  <a:srgbClr val="1F1F1F"/>
                </a:solidFill>
                <a:latin typeface="Calibri"/>
              </a:rPr>
              <a:t>filtrer les questions par projet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3 colonnes Kanban : </a:t>
            </a:r>
            <a:r>
              <a:rPr sz="1300">
                <a:solidFill>
                  <a:srgbClr val="1F1F1F"/>
                </a:solidFill>
                <a:latin typeface="Calibri"/>
              </a:rPr>
              <a:t>Non traité / En cours / Terminé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Créer une question : </a:t>
            </a:r>
            <a:r>
              <a:rPr sz="1300">
                <a:solidFill>
                  <a:srgbClr val="1F1F1F"/>
                </a:solidFill>
                <a:latin typeface="Calibri"/>
              </a:rPr>
              <a:t>bouton « + Nouvelle question »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Remplir : </a:t>
            </a:r>
            <a:r>
              <a:rPr sz="1300">
                <a:solidFill>
                  <a:srgbClr val="1F1F1F"/>
                </a:solidFill>
                <a:latin typeface="Calibri"/>
              </a:rPr>
              <a:t>désignation, zone, auteur, destinataire, texte de la question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Répondre : </a:t>
            </a:r>
            <a:r>
              <a:rPr sz="1300">
                <a:solidFill>
                  <a:srgbClr val="1F1F1F"/>
                </a:solidFill>
                <a:latin typeface="Calibri"/>
              </a:rPr>
              <a:t>cliquer « Répondre » sous la question → écrire la réponse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  → Valider (marque comme terminé) ou « En cours » (garde en progression)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Dates affichées : </a:t>
            </a:r>
            <a:r>
              <a:rPr sz="1300">
                <a:solidFill>
                  <a:srgbClr val="1F1F1F"/>
                </a:solidFill>
                <a:latin typeface="Calibri"/>
              </a:rPr>
              <a:t>date de la question + date de réponse (si répondue)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Changer l'état : </a:t>
            </a:r>
            <a:r>
              <a:rPr sz="1300">
                <a:solidFill>
                  <a:srgbClr val="1F1F1F"/>
                </a:solidFill>
                <a:latin typeface="Calibri"/>
              </a:rPr>
              <a:t>dropdown d'avancement sur chaque carte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Supprimer : </a:t>
            </a:r>
            <a:r>
              <a:rPr sz="1300">
                <a:solidFill>
                  <a:srgbClr val="1F1F1F"/>
                </a:solidFill>
                <a:latin typeface="Calibri"/>
              </a:rPr>
              <a:t>icône poubelle rouge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Questions — Pièces jointes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Joindre un fichier : </a:t>
            </a:r>
            <a:r>
              <a:rPr sz="1400">
                <a:solidFill>
                  <a:srgbClr val="1F1F1F"/>
                </a:solidFill>
                <a:latin typeface="Calibri"/>
              </a:rPr>
              <a:t>cliquer le bouton « Joindre » sous chaque question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Types acceptés : </a:t>
            </a:r>
            <a:r>
              <a:rPr sz="1400">
                <a:solidFill>
                  <a:srgbClr val="1F1F1F"/>
                </a:solidFill>
                <a:latin typeface="Calibri"/>
              </a:rPr>
              <a:t>images (JPG, PNG, GIF…), PDF, Word, Excel, texte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Upload multiple : </a:t>
            </a:r>
            <a:r>
              <a:rPr sz="1400">
                <a:solidFill>
                  <a:srgbClr val="1F1F1F"/>
                </a:solidFill>
                <a:latin typeface="Calibri"/>
              </a:rPr>
              <a:t>sélectionner plusieurs fichiers en une fois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Aperçu : </a:t>
            </a:r>
            <a:r>
              <a:rPr sz="1400">
                <a:solidFill>
                  <a:srgbClr val="1F1F1F"/>
                </a:solidFill>
                <a:latin typeface="Calibri"/>
              </a:rPr>
              <a:t>les images sont affichées en miniature (64×64px)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Fichiers non-image : </a:t>
            </a:r>
            <a:r>
              <a:rPr sz="1400">
                <a:solidFill>
                  <a:srgbClr val="1F1F1F"/>
                </a:solidFill>
                <a:latin typeface="Calibri"/>
              </a:rPr>
              <a:t>affichés avec icône fichier + nom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Ouvrir : </a:t>
            </a:r>
            <a:r>
              <a:rPr sz="1400">
                <a:solidFill>
                  <a:srgbClr val="1F1F1F"/>
                </a:solidFill>
                <a:latin typeface="Calibri"/>
              </a:rPr>
              <a:t>cliquer sur la miniature ou le nom pour ouvrir dans un nouvel onglet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•  Supprimer : </a:t>
            </a:r>
            <a:r>
              <a:rPr sz="1400">
                <a:solidFill>
                  <a:srgbClr val="1F1F1F"/>
                </a:solidFill>
                <a:latin typeface="Calibri"/>
              </a:rPr>
              <a:t>survoler la pièce jointe → bouton ✕ rouge en haut à droite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Création d'OF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Partitionnement visuel des articles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Création d'OF —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Sélection du chantier : </a:t>
            </a:r>
            <a:r>
              <a:rPr sz="1300">
                <a:solidFill>
                  <a:srgbClr val="1F1F1F"/>
                </a:solidFill>
                <a:latin typeface="Calibri"/>
              </a:rPr>
              <a:t>dropdown en haut de page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OF existants (synchronisés) : </a:t>
            </a:r>
            <a:r>
              <a:rPr sz="1300">
                <a:solidFill>
                  <a:srgbClr val="1F1F1F"/>
                </a:solidFill>
                <a:latin typeface="Calibri"/>
              </a:rPr>
              <a:t>panneau dépliable montrant les OF déjà créés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Chaque OF affiche : </a:t>
            </a:r>
            <a:r>
              <a:rPr sz="1300">
                <a:solidFill>
                  <a:srgbClr val="1F1F1F"/>
                </a:solidFill>
                <a:latin typeface="Calibri"/>
              </a:rPr>
              <a:t>code, nombre d'articles, nombre de plans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  → Cliquer pour déplier et voir les articles détaillés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Bouton « Import » : </a:t>
            </a:r>
            <a:r>
              <a:rPr sz="1300">
                <a:solidFill>
                  <a:srgbClr val="1F1F1F"/>
                </a:solidFill>
                <a:latin typeface="Calibri"/>
              </a:rPr>
              <a:t>importe les articles de l'OF dans le pool de travail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Articles avec plan : </a:t>
            </a:r>
            <a:r>
              <a:rPr sz="1300">
                <a:solidFill>
                  <a:srgbClr val="1F1F1F"/>
                </a:solidFill>
                <a:latin typeface="Calibri"/>
              </a:rPr>
              <a:t>affichés en semi-transparent avec le numéro de plan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Pool d'articles (gauche) : </a:t>
            </a:r>
            <a:r>
              <a:rPr sz="1300">
                <a:solidFill>
                  <a:srgbClr val="1F1F1F"/>
                </a:solidFill>
                <a:latin typeface="Calibri"/>
              </a:rPr>
              <a:t>liste des éléments à organiser, drag &amp; drop possible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Groupes OF (droite) : </a:t>
            </a:r>
            <a:r>
              <a:rPr sz="1300">
                <a:solidFill>
                  <a:srgbClr val="1F1F1F"/>
                </a:solidFill>
                <a:latin typeface="Calibri"/>
              </a:rPr>
              <a:t>créer des groupes en saisissant un code + désignation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Glisser-déposer : </a:t>
            </a:r>
            <a:r>
              <a:rPr sz="1300">
                <a:solidFill>
                  <a:srgbClr val="1F1F1F"/>
                </a:solidFill>
                <a:latin typeface="Calibri"/>
              </a:rPr>
              <a:t>déplacer les articles du pool vers un groupe OF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Sauvegarde auto : </a:t>
            </a:r>
            <a:r>
              <a:rPr sz="1300">
                <a:solidFill>
                  <a:srgbClr val="1F1F1F"/>
                </a:solidFill>
                <a:latin typeface="Calibri"/>
              </a:rPr>
              <a:t>tout est sauvegardé en localStorage automatiquement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Gestion des données de référence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Modules d'administration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474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Filiales &amp; Ateliers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Créer / modifier / supprimer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des filiales (ex: CAA Guadeloupe)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et leurs ateliers.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254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Vue arborescente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Filiale → Ateliers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3474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554480"/>
            <a:ext cx="73152" cy="411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Personnel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Liste de tous les employés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Filtre par filiale/atelier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694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Activer / désactiver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254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Pool d'employés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non affectés à un atelier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93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affecter manuellement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554480"/>
            <a:ext cx="347472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554480"/>
            <a:ext cx="73152" cy="4114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Chantiers &amp; 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Chantiers : code, libellé,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couleur, statut, progression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694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Dates contractuelles/prévi.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254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0815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Ordres de fabrication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37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liés aux chantiers,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593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avec articles associés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40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Synchronisation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BFE"/>
                </a:solidFill>
                <a:latin typeface="Calibri"/>
              </a:rPr>
              <a:t>Import automatique depuis le Data Warehouse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Synchronisation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Source : </a:t>
            </a:r>
            <a:r>
              <a:rPr sz="1300">
                <a:solidFill>
                  <a:srgbClr val="1F1F1F"/>
                </a:solidFill>
                <a:latin typeface="Calibri"/>
              </a:rPr>
              <a:t>Microsoft Fabric Data Warehouse (SQL endpoint)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Données synchronisées : </a:t>
            </a:r>
            <a:r>
              <a:rPr sz="1300">
                <a:solidFill>
                  <a:srgbClr val="1F1F1F"/>
                </a:solidFill>
                <a:latin typeface="Calibri"/>
              </a:rPr>
              <a:t>filiales, ateliers, employés, chantiers, OF, articles, clients, affaires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Fréquence : </a:t>
            </a:r>
            <a:r>
              <a:rPr sz="1300">
                <a:solidFill>
                  <a:srgbClr val="1F1F1F"/>
                </a:solidFill>
                <a:latin typeface="Calibri"/>
              </a:rPr>
              <a:t>automatique toutes les heures (configurable via FABRIC_SYNC_CRON)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Déclenchement manuel : </a:t>
            </a:r>
            <a:r>
              <a:rPr sz="1300">
                <a:solidFill>
                  <a:srgbClr val="1F1F1F"/>
                </a:solidFill>
                <a:latin typeface="Calibri"/>
              </a:rPr>
              <a:t>page d'accueil → bouton « Synchroniser »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Page admin Sync : </a:t>
            </a:r>
            <a:r>
              <a:rPr sz="1300">
                <a:solidFill>
                  <a:srgbClr val="1F1F1F"/>
                </a:solidFill>
                <a:latin typeface="Calibri"/>
              </a:rPr>
              <a:t>vue détaillée de l'historique des synchronisations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Compteurs : </a:t>
            </a:r>
            <a:r>
              <a:rPr sz="1300">
                <a:solidFill>
                  <a:srgbClr val="1F1F1F"/>
                </a:solidFill>
                <a:latin typeface="Calibri"/>
              </a:rPr>
              <a:t>nombre de fiches créées / mises à jour par table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Erreurs : </a:t>
            </a:r>
            <a:r>
              <a:rPr sz="1300">
                <a:solidFill>
                  <a:srgbClr val="1F1F1F"/>
                </a:solidFill>
                <a:latin typeface="Calibri"/>
              </a:rPr>
              <a:t>affichées en rouge avec le message d'erreur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  → Durée : </a:t>
            </a:r>
            <a:r>
              <a:rPr sz="1300">
                <a:solidFill>
                  <a:srgbClr val="1F1F1F"/>
                </a:solidFill>
                <a:latin typeface="Calibri"/>
              </a:rPr>
              <a:t>temps d'exécution de chaque sync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•  Principe : </a:t>
            </a:r>
            <a:r>
              <a:rPr sz="1300">
                <a:solidFill>
                  <a:srgbClr val="1F1F1F"/>
                </a:solidFill>
                <a:latin typeface="Calibri"/>
              </a:rPr>
              <a:t>la sync fait un upsert (création si inexistant, mise à jour sinon)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Calibri"/>
              </a:rPr>
              <a:t>•  Les données locales (planning, absences, questions…) ne sont PAS écrasées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Bonne utilisation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FDBFE"/>
                </a:solidFill>
                <a:latin typeface="Calibri"/>
              </a:rPr>
              <a:t>N'hésitez pas à poser des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389120"/>
            <a:ext cx="3657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Calibri"/>
              </a:rPr>
              <a:t>Projet SUIVI DE CHANTIERS  •  CAA Guadeloupe  •  https://192.168.13.51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